
<file path=[Content_Types].xml><?xml version="1.0" encoding="utf-8"?>
<Types xmlns="http://schemas.openxmlformats.org/package/2006/content-types"/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asvg="http://schemas.microsoft.com/office/drawing/2016/SVG/main">
  <p:sldMasterIdLst>
    <p:sldMasterId id="2147483648" r:id="rIdM"/>
  </p:sldMasterIdLst>
  <p:sldIdLst>
    <p:sldId id="256" r:id="rIdS1"/>
    <p:sldId id="257" r:id="rIdS2"/>
  </p:sldIdLst>
  <p:sldSz cx="12192000" cy="6858000"/>
</p:presentation>
</file>

<file path=ppt/_rels/presentation.xml.rels><?xml version="1.0" encoding="UTF-8" standalone="yes"?><Relationships xmlns="http://schemas.openxmlformats.org/package/2006/relationships"><Relationship Id="rIdM" Type="http://schemas.openxmlformats.org/officeDocument/2006/relationships/slideMaster" Target="slideMasters/slideMaster1.xml"/><Relationship Id="rIdS1" Type="http://schemas.openxmlformats.org/officeDocument/2006/relationships/slide" Target="slides/slide1.xml"/><Relationship Id="rIdS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asvg="http://schemas.microsoft.com/office/drawing/2016/SVG/main">
  <p:cSld>
    <p:spTree/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asvg="http://schemas.microsoft.com/office/drawing/2016/SVG/main">
  <p:cSld>
    <p:spTree/>
  </p:cSld>
  <p:clrMap bg1="lt1" tx1="dk1" bg2="lt2" tx2="dk2" accent1="accent1"/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svg="http://schemas.microsoft.com/office/drawing/2016/SVG/main">
  <p:cSld>
    <p:spTree>
      <p:sp>
        <p:nvSpPr>
          <p:cNvPr id="2" name="Rect"/>
          <p:cNvSpPr/>
          <p:nvPr/>
        </p:nvSpPr>
        <p:spPr>
          <a:xfrm>
            <a:off x="762000" y="762000"/>
            <a:ext cx="7620000" cy="1270000"/>
          </a:xfrm>
          <a:prstGeom prst="rect">
            <a:avLst/>
          </a:prstGeom>
          <a:solidFill>
            <a:srgbClr val="4472C4"/>
          </a:solidFill>
        </p:spPr>
        <p:txBody>
          <a:bodyPr/>
          <a:lstStyle/>
          <a:p>
            <a:r>
              <a:rPr lang="en-US" sz="2400"/>
              <a:t>Launch plan</a:t>
            </a:r>
          </a:p>
        </p:txBody>
      </p:sp>
      <p:sp>
        <p:nvSpPr>
          <p:cNvPr id="3" name="Rect"/>
          <p:cNvSpPr/>
          <p:nvPr/>
        </p:nvSpPr>
        <p:spPr>
          <a:xfrm>
            <a:off x="762000" y="2540000"/>
            <a:ext cx="3810000" cy="1524000"/>
          </a:xfrm>
          <a:prstGeom prst="rect">
            <a:avLst/>
          </a:prstGeom>
          <a:solidFill>
            <a:srgbClr val="FFC000"/>
          </a:solidFill>
        </p:spPr>
        <p:txBody>
          <a:bodyPr/>
          <a:lstStyle/>
          <a:p>
            <a:r>
              <a:rPr lang="en-US" sz="2400"/>
              <a:t>Q3 goals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asvg="http://schemas.microsoft.com/office/drawing/2016/SVG/main">
  <p:cSld>
    <p:spTree>
      <p:sp>
        <p:nvSpPr>
          <p:cNvPr id="2" name="Rect"/>
          <p:cNvSpPr/>
          <p:nvPr/>
        </p:nvSpPr>
        <p:spPr>
          <a:xfrm>
            <a:off x="762000" y="762000"/>
            <a:ext cx="7620000" cy="1270000"/>
          </a:xfrm>
          <a:prstGeom prst="rect">
            <a:avLst/>
          </a:prstGeom>
          <a:solidFill>
            <a:srgbClr val="70AD47"/>
          </a:solidFill>
        </p:spPr>
        <p:txBody>
          <a:bodyPr/>
          <a:lstStyle/>
          <a:p>
            <a:r>
              <a:rPr lang="en-US" sz="2400"/>
              <a:t>Second slide</a:t>
            </a: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xmlns:asvg="http://schemas.microsoft.com/office/drawing/2016/SVG/main" name="T">
  <a:themeElements>
    <a:clrScheme name="C">
      <a:dk1>
        <a:srgbClr val="000000"/>
      </a:dk1>
      <a:lt1>
        <a:srgbClr val="FFFFFF"/>
      </a:lt1>
      <a:dk2>
        <a:srgbClr val="222222"/>
      </a:dk2>
      <a:lt2>
        <a:srgbClr val="EEEEEE"/>
      </a:lt2>
      <a:accent1>
        <a:srgbClr val="4472C4"/>
      </a:accent1>
    </a:clrScheme>
    <a:fontScheme name="F">
      <a:majorFont>
        <a:latin typeface="Calibri"/>
      </a:majorFont>
      <a:minorFont>
        <a:latin typeface="Calibri"/>
      </a:minorFont>
    </a:fontScheme>
  </a:themeElements>
</a:theme>
</file>